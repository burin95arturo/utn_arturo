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  <p:sldId id="263" r:id="rId5"/>
    <p:sldId id="256" r:id="rId6"/>
    <p:sldId id="257" r:id="rId7"/>
    <p:sldId id="261" r:id="rId8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9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102D-E9AD-4785-AAB8-291EF548745D}" type="datetimeFigureOut">
              <a:rPr lang="es-AR" smtClean="0"/>
              <a:t>26/04/2015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F0DB-9D54-4A9C-B14D-CCAEABE447D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102D-E9AD-4785-AAB8-291EF548745D}" type="datetimeFigureOut">
              <a:rPr lang="es-AR" smtClean="0"/>
              <a:t>26/04/2015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F0DB-9D54-4A9C-B14D-CCAEABE447D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102D-E9AD-4785-AAB8-291EF548745D}" type="datetimeFigureOut">
              <a:rPr lang="es-AR" smtClean="0"/>
              <a:t>26/04/2015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F0DB-9D54-4A9C-B14D-CCAEABE447D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102D-E9AD-4785-AAB8-291EF548745D}" type="datetimeFigureOut">
              <a:rPr lang="es-AR" smtClean="0"/>
              <a:t>26/04/2015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F0DB-9D54-4A9C-B14D-CCAEABE447D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102D-E9AD-4785-AAB8-291EF548745D}" type="datetimeFigureOut">
              <a:rPr lang="es-AR" smtClean="0"/>
              <a:t>26/04/2015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F0DB-9D54-4A9C-B14D-CCAEABE447D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102D-E9AD-4785-AAB8-291EF548745D}" type="datetimeFigureOut">
              <a:rPr lang="es-AR" smtClean="0"/>
              <a:t>26/04/2015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F0DB-9D54-4A9C-B14D-CCAEABE447D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102D-E9AD-4785-AAB8-291EF548745D}" type="datetimeFigureOut">
              <a:rPr lang="es-AR" smtClean="0"/>
              <a:t>26/04/2015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F0DB-9D54-4A9C-B14D-CCAEABE447D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102D-E9AD-4785-AAB8-291EF548745D}" type="datetimeFigureOut">
              <a:rPr lang="es-AR" smtClean="0"/>
              <a:t>26/04/2015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F0DB-9D54-4A9C-B14D-CCAEABE447D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102D-E9AD-4785-AAB8-291EF548745D}" type="datetimeFigureOut">
              <a:rPr lang="es-AR" smtClean="0"/>
              <a:t>26/04/2015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F0DB-9D54-4A9C-B14D-CCAEABE447D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102D-E9AD-4785-AAB8-291EF548745D}" type="datetimeFigureOut">
              <a:rPr lang="es-AR" smtClean="0"/>
              <a:t>26/04/2015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F0DB-9D54-4A9C-B14D-CCAEABE447D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102D-E9AD-4785-AAB8-291EF548745D}" type="datetimeFigureOut">
              <a:rPr lang="es-AR" smtClean="0"/>
              <a:t>26/04/2015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F0DB-9D54-4A9C-B14D-CCAEABE447D5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0102D-E9AD-4785-AAB8-291EF548745D}" type="datetimeFigureOut">
              <a:rPr lang="es-AR" smtClean="0"/>
              <a:t>26/04/2015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AF0DB-9D54-4A9C-B14D-CCAEABE447D5}" type="slidenum">
              <a:rPr lang="es-AR" smtClean="0"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4077072"/>
            <a:ext cx="4477893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CuadroTexto"/>
          <p:cNvSpPr txBox="1"/>
          <p:nvPr/>
        </p:nvSpPr>
        <p:spPr>
          <a:xfrm>
            <a:off x="5652120" y="3861048"/>
            <a:ext cx="3262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err="1" smtClean="0"/>
              <a:t>Multimetro</a:t>
            </a:r>
            <a:r>
              <a:rPr lang="es-AR" dirty="0" smtClean="0"/>
              <a:t>  UT804 convencional</a:t>
            </a:r>
            <a:endParaRPr lang="es-AR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88640"/>
            <a:ext cx="4644008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476672"/>
            <a:ext cx="4450085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7503" y="3717032"/>
            <a:ext cx="4138565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496" y="4653136"/>
            <a:ext cx="3902242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063" y="1124744"/>
            <a:ext cx="9059937" cy="4630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06405" y="0"/>
            <a:ext cx="288607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CuadroTexto"/>
          <p:cNvSpPr txBox="1"/>
          <p:nvPr/>
        </p:nvSpPr>
        <p:spPr>
          <a:xfrm>
            <a:off x="107504" y="332656"/>
            <a:ext cx="2257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err="1" smtClean="0"/>
              <a:t>Multimetro</a:t>
            </a:r>
            <a:r>
              <a:rPr lang="es-AR" dirty="0" smtClean="0"/>
              <a:t>  </a:t>
            </a:r>
            <a:r>
              <a:rPr lang="es-AR" dirty="0" err="1" smtClean="0"/>
              <a:t>Fluke</a:t>
            </a:r>
            <a:r>
              <a:rPr lang="es-AR" dirty="0" smtClean="0"/>
              <a:t> 28E</a:t>
            </a:r>
            <a:endParaRPr lang="es-AR" dirty="0"/>
          </a:p>
        </p:txBody>
      </p:sp>
      <p:cxnSp>
        <p:nvCxnSpPr>
          <p:cNvPr id="8" name="7 Conector recto de flecha"/>
          <p:cNvCxnSpPr/>
          <p:nvPr/>
        </p:nvCxnSpPr>
        <p:spPr>
          <a:xfrm flipH="1" flipV="1">
            <a:off x="827584" y="5517232"/>
            <a:ext cx="720080" cy="86409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04664"/>
            <a:ext cx="8568952" cy="597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CuadroTexto"/>
          <p:cNvSpPr txBox="1"/>
          <p:nvPr/>
        </p:nvSpPr>
        <p:spPr>
          <a:xfrm>
            <a:off x="3923928" y="188640"/>
            <a:ext cx="350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err="1" smtClean="0"/>
              <a:t>Fluke</a:t>
            </a:r>
            <a:r>
              <a:rPr lang="es-AR" dirty="0" smtClean="0"/>
              <a:t> 87 ( 6.000 cuentas   3 5/6 </a:t>
            </a:r>
            <a:r>
              <a:rPr lang="es-AR" dirty="0" err="1" smtClean="0"/>
              <a:t>dig</a:t>
            </a:r>
            <a:r>
              <a:rPr lang="es-AR" smtClean="0"/>
              <a:t>)</a:t>
            </a:r>
            <a:endParaRPr lang="es-A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04664"/>
            <a:ext cx="8513671" cy="3378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3933056"/>
            <a:ext cx="8424936" cy="265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2592288" cy="1287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6" y="476672"/>
            <a:ext cx="5772150" cy="519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5589240"/>
            <a:ext cx="7955235" cy="1060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6 CuadroTexto"/>
          <p:cNvSpPr txBox="1"/>
          <p:nvPr/>
        </p:nvSpPr>
        <p:spPr>
          <a:xfrm>
            <a:off x="2771800" y="0"/>
            <a:ext cx="3456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err="1" smtClean="0"/>
              <a:t>Multimetro</a:t>
            </a:r>
            <a:r>
              <a:rPr lang="es-AR" dirty="0" smtClean="0"/>
              <a:t> </a:t>
            </a:r>
            <a:r>
              <a:rPr lang="es-AR" dirty="0" err="1" smtClean="0"/>
              <a:t>Agilent</a:t>
            </a:r>
            <a:r>
              <a:rPr lang="es-AR" dirty="0" smtClean="0"/>
              <a:t> de Laboratorio</a:t>
            </a:r>
            <a:endParaRPr lang="es-A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332656"/>
            <a:ext cx="7236804" cy="633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634" y="332656"/>
            <a:ext cx="4608512" cy="369794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077072"/>
            <a:ext cx="3886065" cy="847869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332656"/>
            <a:ext cx="4248472" cy="316835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88024" y="3501008"/>
            <a:ext cx="4233349" cy="3024336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0634" y="5085184"/>
            <a:ext cx="4608512" cy="129614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9" name="8 CuadroTexto"/>
          <p:cNvSpPr txBox="1"/>
          <p:nvPr/>
        </p:nvSpPr>
        <p:spPr>
          <a:xfrm>
            <a:off x="179512" y="0"/>
            <a:ext cx="5048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err="1" smtClean="0"/>
              <a:t>Multimetro</a:t>
            </a:r>
            <a:r>
              <a:rPr lang="es-AR" dirty="0" smtClean="0"/>
              <a:t> de laboratorio HP 3478ª  ( 110 paginas )</a:t>
            </a:r>
            <a:endParaRPr lang="es-A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28</Words>
  <Application>Microsoft Office PowerPoint</Application>
  <PresentationFormat>Presentación en pantalla (4:3)</PresentationFormat>
  <Paragraphs>5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Miguelh</dc:creator>
  <cp:lastModifiedBy>Miguelh</cp:lastModifiedBy>
  <cp:revision>24</cp:revision>
  <dcterms:created xsi:type="dcterms:W3CDTF">2015-04-26T22:18:16Z</dcterms:created>
  <dcterms:modified xsi:type="dcterms:W3CDTF">2015-04-27T02:10:20Z</dcterms:modified>
</cp:coreProperties>
</file>